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Sistema de Predição de Doença Cardíaca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Projeto de Data Science — Machine Learning aplicado à saúde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Da preparação dos dados à aplicação web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Equipe e papéis: (preencher nomes e responsabilidades)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1. Contextualização do Problema e 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Doenças cardíacas estão entre as principais causas de morte no mundo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Detecção precoce do risco apoia a decisão clínica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Base de dados: UCI Heart Disease — Cleveland (repositório público)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303 registros originais · 13 variáveis explicativas + 1 variável alvo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Após limpeza: 302 registros (1 duplicata removida)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2. Objetivo Preditivo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Problema de classificação binária supervisionada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Variável alvo (Y):  0 = sem indício  ·  1 = com indício de doença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Prever o risco a partir de 13 variáveis clínicas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Disponibilizar a predição em uma aplicação web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Finalidade educacional — não substitui avaliação médica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3. Preparação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Numéricas: age, trestbps, chol, thalach, oldpeak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Categóricas: sex, cp, fbs, restecg, exang, slope, ca, thal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Remoção de duplicatas (303 → 302 registros)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Tratamento de valores ausentes e inconsistências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Padronização com StandardScaler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Divisão treino/teste estratificada (80/20)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4. Análise Descritiva e Principais Descobertas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Histogramas, gráficos de barras, dispersão e matriz de correlação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Estatísticas descritivas (média, desvio, distribuição)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Base relativamente equilibrada entre as classes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cp (dor no peito), thalach e oldpeak: forte relação com o alvo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Diferenças de risco relevantes por sexo e faixa etária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5. Experimentos com Modelos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5 modelos comparados: Regressão Logística, Árvore de Decisão,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Random Forest, SVM e KNN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30 execuções por modelo, com divisões treino/teste diferentes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Métricas: Acurácia, Precisão, Recall e F1-Score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Média e desvio padrão para avaliar a estabilidade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Pipeline: StandardScaler + modelo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6. Comparação dos Resultados e Escolha do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F1-Score médio (30 execuções):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Regressão Logística 0,857 · KNN 0,854 · SVM 0,851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Random Forest 0,844 · Árvore de Decisão 0,777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Escolhido: Regressão Logística — maior F1 e baixo desvio padrão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Acurácia 84,0% · Precisão 83,0% · Sensibilidade 88,8%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Alta sensibilidade = poucos falsos negativos (essencial em saúde)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Modelo interpretável e rápido · exportado com joblib (.pkl)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7. Tecnologias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Linguagem e ML: Python, scikit-learn, pandas, numpy, joblib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Backend: Flask (rotas web + API REST)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Frontend: HTML + Jinja2 e CSS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Gráficos: Plotly · Banco de dados: SQLite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Ferramentas: Google Colab, Git e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8. Arquitetura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Fluxo:  Navegador  →  Backend Flask  →  Modelo  →  Banco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Frontend: formulário com as 13 variáveis clínicas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Backend: rotas web + endpoint REST /api/predict (JSON)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Modelo: pipeline (StandardScaler + Regressão Logística) em .pkl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Persistência: SQLite registra cada predição (consulta e dashboard)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9. Demonstração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Fluxo completo ao vivo: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Preenchimento do formulário → predição com probabilidades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/predicoes — histórico das predições realizadas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/dashboard — estatísticas, gráfico e métricas do modelo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/api/predict — integração via JSON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Adicionais: persistência em banco e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10. Considerações Finais, Limitações e Melhorias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Projeto cobre todo o ciclo: dados → modelo → aplicação web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Regressão Logística com desempenho estável (F1 0,857)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Limitações: base pequena (302 registros, uma região);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uso educacional; sem autenticação de usuários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Melhorias: mais dados, ajuste de hiperparâmetros,</a:t>
            </a:r>
          </a:p>
          <a:p>
            <a:pPr>
              <a:spcAft>
                <a:spcPts val="600"/>
              </a:spcAft>
              <a:defRPr sz="2000">
                <a:solidFill>
                  <a:srgbClr val="495057"/>
                </a:solidFill>
              </a:defRPr>
            </a:pPr>
            <a:r>
              <a:t>autenticação, deploy em nuvem e exportação de relatórios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